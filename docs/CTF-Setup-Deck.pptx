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영남권 사이버 공격·방어 대회 · CTF 세팅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74520"/>
            <a:ext cx="640080" cy="128016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대회 준비 세팅 가이드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Codex 협업 환경 구성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제2회 영남권 사이버 공격·방어 대회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예선 2026-10-14 (온라인 CTF) · 결선 2026-11-04 (오프라인 공방전)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가능한 워크스페이스 · 작성일 2026-10-09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세팅 한눈에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개의 축으로 구성했습니다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역할 분담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14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깊은 추론은 Claude, 교차 검증은 Codex. 같은 함정에 빠지지 않게 분리.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874520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스킬 라이브러리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514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ctf-skills 11개 카테고리를 커밋 고정으로 벤더링.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 자동화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분류·풀이·검증을 전담 에이전트 3종으로 병렬화.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114800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 &amp; 공유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버전관리 + 작업 로그 + 원클릭 setup 스크립트.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역할 분담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원칙: 같은 문제를 동시에 던지지 말고, 막혔을 때 교차 검증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B1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B1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/ 모델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B1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이유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솔버 (rev·pwn·crypto)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Fable 5.1 (high effort)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추론 체인과 가설 검증에 강함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 스크립팅·자동화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5.5 fast mode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파서·디코더는 속도가 관건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탐색·문자열 수집(서브)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토큰 절약, 병렬 다수 실행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7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교차 검증·세컨드 오피니언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(reasoning high)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모델 계열, 함정 회피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워크스페이스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독립 · 모든 대회를 한 곳에서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132038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34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CLAUDE.md / AGENTS.md   운영 규칙 (공유)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.claude\skills\        CTF 스킬 11개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.claude\agents\        triager·solver·verifier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.claude\settings.json  권한 설정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events\&lt;대회&gt;\         NOTES + challenges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tools\wsl\             전용 ubuntu-ctf 구축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docs\BOOTSTRAP.md      재구축 온보딩 문서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setup.ps1              스킬 재설치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764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격리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1671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원본은 untrusted/, 작업은 work/ 에서만. 호스트에서 바이너리 직접 실행 금지.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3136392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3300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대회별 분리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7033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events/&lt;대회&gt;/ 아래 NOTES.md에 규칙·서버·플래그 포맷 기록.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4672584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48371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규칙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523951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CLAUDE.md와 AGENTS.md를 동일하게 유지해 Claude·Codex가 같은 규칙으로 동작.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라이브러리: ctf-skills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ljagiello/ctf-skills · 커밋 c332c7b 고정 벤더링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ctf-pwn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ctf-crypto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52560" y="1783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ctf-reverse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880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ctf-forensics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8803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2880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ctf-malware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880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ctf-osint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8803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2880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ctf-misc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ctf-ai-ml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977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ctf-writeup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B8FA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977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solve-challenge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5256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32038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0" y="3977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(+상세 기법 130여 문서)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solve-challenge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 디스패처 — 문제를 분류하고 알맞은 ctf-* 스킬로 라우팅합니다.  pwn·crypto·web 스킬에는 실행 가능한 파이썬 스크립트 포함.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 3종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컨텍스트를 깨끗하게 유지하는 분업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· 정찰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문제를 훑어 카테고리·난이도·예상 시간을 표로 정리. 익스플로잇은 하지 않음.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1965960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문제 전담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 격리로 문제 하나를 끝까지. 가설→실험→기록 루프, 재현 경로 반환.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inherit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83296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1965960"/>
            <a:ext cx="457200" cy="457200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7616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verifier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플래그 검증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플래그 포맷 확인 + 최소 풀이 재실행으로 재현성 검증. 제출은 사람이.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Codex 협업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모델이 다른 가설을 내면, 그 차이가 힌트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A — 셸 교차검증 (구축 완료)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tools/codex-crosscheck.sh "..."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exec / codex review 호출. 15분 룰 초과 시 교차 검증, --review로 익스플로잇 리뷰.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B — 완전 병렬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31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 두 개로 서로 다른 문제를 담당. 공유 NOTES.md로만 상태 교환. AGENTS.md=CLAUDE.md 로 규칙 일치.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32038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31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 루프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1E325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막힘(15분)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448056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035808" y="44805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1E325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81528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가설+반증 근거 전달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48056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48656" y="44805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1E325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94376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독립 의견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448056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61504" y="44805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5B942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07224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 상이?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363456" y="448056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74352" y="44805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1E325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20072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차이부터 조사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원칙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엔지니어링의 90%는 CLAUDE.md 규칙에서 결정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1673352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16733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정찰 먼저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733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타입·strings·보호기법·카테고리 식별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78024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80160" y="245973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4597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1개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597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익스플로잇 전에 반드시 가설 하나를 세움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64408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0160" y="324612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08760" y="32461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실험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2461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작은 실험으로 가설을 검증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80160" y="4032504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08760" y="40325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0325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 / 반증 / 다음 단계를 NOTES.md에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837176"/>
            <a:ext cx="420624" cy="420624"/>
          </a:xfrm>
          <a:prstGeom prst="ellipse">
            <a:avLst/>
          </a:prstGeom>
          <a:solidFill>
            <a:srgbClr val="34D3E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80160" y="481888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08760" y="48188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가설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474720" y="481888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도구부터 난사하지 않음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132038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룰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2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611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접근법이 15분간 진전이 없으면 전환하고, 전환 사유를 기록합니다. 터널링 방지.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 &amp; 기록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작업을 추적하고 한 번에 재생성할 수 있게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버전관리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전체를 커밋. 스킬도 커밋 고정으로 포함해 한 번에 복원.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933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WORKLOG + 로그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환경·단계·신뢰 주의를 날짜와 함께 기록, 원본 로그 보관.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05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BOOTSTRAP.md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환경의 Claude가 읽고 바로 재구축 (경로 독립).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7490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4005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동결 requirements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동작하는 174개 패키지 집합을 그대로 재설치.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운영 루틴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예선 2026-10-14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10분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1792224"/>
            <a:ext cx="0" cy="457200"/>
          </a:xfrm>
          <a:prstGeom prst="line">
            <a:avLst/>
          </a:prstGeom>
          <a:noFill/>
          <a:ln w="12700">
            <a:solidFill>
              <a:srgbClr val="27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45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규칙·플래그 포맷을 NOTES.md에 기록 → 전 문제 다운로드 → triager 실행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146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2660904"/>
            <a:ext cx="0" cy="457200"/>
          </a:xfrm>
          <a:prstGeom prst="line">
            <a:avLst/>
          </a:prstGeom>
          <a:noFill/>
          <a:ln w="12700">
            <a:solidFill>
              <a:srgbClr val="273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51460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쉬운 문제부터 solver 병렬 투입. 사람은 가장 어려운 1문제에 집중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1시간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3529584"/>
            <a:ext cx="0" cy="457200"/>
          </a:xfrm>
          <a:prstGeom prst="line">
            <a:avLst/>
          </a:prstGeom>
          <a:noFill/>
          <a:ln w="12700">
            <a:solidFill>
              <a:srgbClr val="273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38328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NOTES를 메인 세션에 읽혀 우선순위 재조정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519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0" y="4398264"/>
            <a:ext cx="0" cy="457200"/>
          </a:xfrm>
          <a:prstGeom prst="line">
            <a:avLst/>
          </a:prstGeom>
          <a:noFill/>
          <a:ln w="12700">
            <a:solidFill>
              <a:srgbClr val="273B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425196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verifier가 형식·재현 검증 → 사람이 직접 제출 (자동 제출 금지)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1206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후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0" y="5266944"/>
            <a:ext cx="0" cy="457200"/>
          </a:xfrm>
          <a:prstGeom prst="line">
            <a:avLst/>
          </a:prstGeom>
          <a:noFill/>
          <a:ln w="12700">
            <a:solidFill>
              <a:srgbClr val="273B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512064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ctf-writeup 스킬로 풀이 정리 → 결선 준비·다음 대회 자산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완료 체크리스트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109728" cy="109728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리허설로 전 과정 검증 완료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83664"/>
            <a:ext cx="274320" cy="274320"/>
          </a:xfrm>
          <a:prstGeom prst="rect">
            <a:avLst/>
          </a:prstGeom>
          <a:solidFill>
            <a:srgbClr val="34D3E6"/>
          </a:solidFill>
          <a:ln w="19050">
            <a:solidFill>
              <a:srgbClr val="34D3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196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459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실행 환경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64592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ubuntu-ctf (Ubuntu 26.04) + Docker 29.1 구축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41280" y="1837944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8FA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0" y="183794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752344"/>
            <a:ext cx="274320" cy="274320"/>
          </a:xfrm>
          <a:prstGeom prst="rect">
            <a:avLst/>
          </a:prstGeom>
          <a:solidFill>
            <a:srgbClr val="34D3E6"/>
          </a:solidFill>
          <a:ln w="19050">
            <a:solidFill>
              <a:srgbClr val="34D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688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5146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도구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5146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pwntools·angr·volatility3 등 174개 (py3.12 venv)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241280" y="2706624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8FA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41280" y="270662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621024"/>
            <a:ext cx="274320" cy="274320"/>
          </a:xfrm>
          <a:prstGeom prst="rect">
            <a:avLst/>
          </a:prstGeom>
          <a:solidFill>
            <a:srgbClr val="34D3E6"/>
          </a:solidFill>
          <a:ln w="19050">
            <a:solidFill>
              <a:srgbClr val="34D3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5570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832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교차검증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38328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codex-crosscheck.sh (codex exec / review)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241280" y="3575304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8FA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0" y="357530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3250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489704"/>
            <a:ext cx="274320" cy="274320"/>
          </a:xfrm>
          <a:prstGeom prst="rect">
            <a:avLst/>
          </a:prstGeom>
          <a:solidFill>
            <a:srgbClr val="34D3E6"/>
          </a:solidFill>
          <a:ln w="19050">
            <a:solidFill>
              <a:srgbClr val="34D3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256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2519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리허설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425196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CRYPTO1 풀이 성공 — MARINE{...} 복구, 툴체인 검증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241280" y="4443984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B8FA0"/>
          </a:solidFill>
          <a:ln w="12700">
            <a:solidFill>
              <a:srgbClr val="34D3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0" y="44439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82742"/>
          </a:solidFill>
          <a:ln w="12700">
            <a:solidFill>
              <a:srgbClr val="273B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358384"/>
            <a:ext cx="274320" cy="274320"/>
          </a:xfrm>
          <a:prstGeom prst="rect">
            <a:avLst/>
          </a:prstGeom>
          <a:solidFill>
            <a:srgbClr val="0B1221"/>
          </a:solidFill>
          <a:ln w="19050">
            <a:solidFill>
              <a:srgbClr val="34D3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80160" y="5120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확인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297680" y="512064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시작 시 사전 인터뷰(PRE-CTF-INTAKE)로 수집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41280" y="5312664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E3250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41280" y="531266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대회시작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20240"/>
            <a:ext cx="640080" cy="128016"/>
          </a:xfrm>
          <a:prstGeom prst="rect">
            <a:avLst/>
          </a:prstGeom>
          <a:solidFill>
            <a:srgbClr val="34D3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스킬 + 모델 분업 + 서브에이전트 자동화 + 재현성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한 워크스페이스에 담았습니다.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완료:  </a:t>
            </a:r>
            <a:pPr indent="0" marL="0">
              <a:buNone/>
            </a:pPr>
            <a:r>
              <a:rPr lang="en-US" sz="14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ubuntu-ctf + Docker · CTF 도구 174개 · Codex 교차검증 · 리허설 통과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것:  </a:t>
            </a:r>
            <a:pPr indent="0" marL="0">
              <a:buNone/>
            </a:pPr>
            <a:r>
              <a:rPr lang="en-US" sz="14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시작 시 사전 인터뷰 → 규칙 확정 → 풀이. 공유는 원격 저장소로.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커밋 완료  ·  docs/BOOTSTRAP.md 로 어디서든 재구축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B0C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 준비 세팅</dc:title>
  <dc:subject>PptxGenJS Presentation</dc:subject>
  <dc:creator>CTF Team</dc:creator>
  <cp:lastModifiedBy>CTF Team</cp:lastModifiedBy>
  <cp:revision>1</cp:revision>
  <dcterms:created xsi:type="dcterms:W3CDTF">2026-10-09T15:28:17Z</dcterms:created>
  <dcterms:modified xsi:type="dcterms:W3CDTF">2026-10-09T15:28:17Z</dcterms:modified>
</cp:coreProperties>
</file>